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2801600" cy="1691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37" d="100"/>
          <a:sy n="37" d="100"/>
        </p:scale>
        <p:origin x="26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768496"/>
            <a:ext cx="10881360" cy="5889413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8885027"/>
            <a:ext cx="9601200" cy="4084213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7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8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4217358"/>
            <a:ext cx="11041380" cy="7036751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11320679"/>
            <a:ext cx="11041380" cy="3700461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3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4503209"/>
            <a:ext cx="5440680" cy="10733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4503209"/>
            <a:ext cx="5440680" cy="10733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6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900645"/>
            <a:ext cx="11041380" cy="32697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4146869"/>
            <a:ext cx="5415676" cy="2032316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6179185"/>
            <a:ext cx="5415676" cy="9088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4146869"/>
            <a:ext cx="5442347" cy="2032316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6179185"/>
            <a:ext cx="5442347" cy="9088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7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6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51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127760"/>
            <a:ext cx="4128849" cy="394716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2435652"/>
            <a:ext cx="6480810" cy="12021608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074920"/>
            <a:ext cx="4128849" cy="9401917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5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127760"/>
            <a:ext cx="4128849" cy="394716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2435652"/>
            <a:ext cx="6480810" cy="12021608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074920"/>
            <a:ext cx="4128849" cy="9401917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22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2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900642"/>
            <a:ext cx="2760345" cy="143358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900642"/>
            <a:ext cx="8121015" cy="14335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0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900645"/>
            <a:ext cx="11041380" cy="3269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4503209"/>
            <a:ext cx="11041380" cy="10733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5679000"/>
            <a:ext cx="2880360" cy="900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DA5CE-77F4-40B0-91A8-2181979C7B55}" type="datetimeFigureOut">
              <a:rPr lang="en-US" smtClean="0"/>
              <a:t>01/13/26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5679000"/>
            <a:ext cx="4320540" cy="900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5679000"/>
            <a:ext cx="2880360" cy="900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03AD0-8D65-4513-8912-5650FED79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6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1FE7E77B-EEAD-9DFD-CB8F-8E3A1D5B6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1924" y="87592"/>
            <a:ext cx="8648700" cy="465772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99D6BC8-147D-9D7A-FDDA-5793C42DAE30}"/>
              </a:ext>
            </a:extLst>
          </p:cNvPr>
          <p:cNvCxnSpPr>
            <a:cxnSpLocks/>
          </p:cNvCxnSpPr>
          <p:nvPr/>
        </p:nvCxnSpPr>
        <p:spPr>
          <a:xfrm>
            <a:off x="4226879" y="5801915"/>
            <a:ext cx="189411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37C7DA1-D76E-CA21-B7F7-09185B4A0F58}"/>
              </a:ext>
            </a:extLst>
          </p:cNvPr>
          <p:cNvSpPr txBox="1"/>
          <p:nvPr/>
        </p:nvSpPr>
        <p:spPr>
          <a:xfrm>
            <a:off x="3833376" y="5761859"/>
            <a:ext cx="26811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Viral-human</a:t>
            </a:r>
          </a:p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interactions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6BCF3B-E7D0-6C04-42B0-40BD44641A72}"/>
              </a:ext>
            </a:extLst>
          </p:cNvPr>
          <p:cNvCxnSpPr>
            <a:cxnSpLocks/>
          </p:cNvCxnSpPr>
          <p:nvPr/>
        </p:nvCxnSpPr>
        <p:spPr>
          <a:xfrm>
            <a:off x="7166761" y="5801915"/>
            <a:ext cx="189411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164010F-4BA0-6D9C-08A5-213DAF0E45A9}"/>
              </a:ext>
            </a:extLst>
          </p:cNvPr>
          <p:cNvSpPr txBox="1"/>
          <p:nvPr/>
        </p:nvSpPr>
        <p:spPr>
          <a:xfrm>
            <a:off x="6514496" y="5761859"/>
            <a:ext cx="34692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Bacteria-human</a:t>
            </a:r>
          </a:p>
          <a:p>
            <a:pPr algn="ctr"/>
            <a:r>
              <a:rPr lang="en-US" sz="3200" u="sng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interactions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0E9D7B-6BC5-3276-B4EE-3D43B564AECE}"/>
              </a:ext>
            </a:extLst>
          </p:cNvPr>
          <p:cNvSpPr txBox="1"/>
          <p:nvPr/>
        </p:nvSpPr>
        <p:spPr>
          <a:xfrm rot="17907094">
            <a:off x="5420601" y="4547247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Joint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D7CBA1-FFE6-CAB3-EF2E-BDBC71399802}"/>
              </a:ext>
            </a:extLst>
          </p:cNvPr>
          <p:cNvSpPr txBox="1"/>
          <p:nvPr/>
        </p:nvSpPr>
        <p:spPr>
          <a:xfrm rot="17907094">
            <a:off x="4616038" y="4587274"/>
            <a:ext cx="95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Virus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5A93E0-2F07-889F-1009-E84FDCBFA71A}"/>
              </a:ext>
            </a:extLst>
          </p:cNvPr>
          <p:cNvSpPr txBox="1"/>
          <p:nvPr/>
        </p:nvSpPr>
        <p:spPr>
          <a:xfrm rot="17907094">
            <a:off x="3745624" y="4697128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Human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D41099-2FB8-88DA-C0E2-2563E3A2D1FB}"/>
              </a:ext>
            </a:extLst>
          </p:cNvPr>
          <p:cNvSpPr txBox="1"/>
          <p:nvPr/>
        </p:nvSpPr>
        <p:spPr>
          <a:xfrm rot="17907094">
            <a:off x="8225782" y="4547247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Joint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39CBFB-C4BA-73E7-A150-D93173CFC8E5}"/>
              </a:ext>
            </a:extLst>
          </p:cNvPr>
          <p:cNvSpPr txBox="1"/>
          <p:nvPr/>
        </p:nvSpPr>
        <p:spPr>
          <a:xfrm rot="17907094">
            <a:off x="7130289" y="4756793"/>
            <a:ext cx="1465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Bacteria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477DE3-E64B-F640-32F6-7E2BC189D271}"/>
              </a:ext>
            </a:extLst>
          </p:cNvPr>
          <p:cNvSpPr txBox="1"/>
          <p:nvPr/>
        </p:nvSpPr>
        <p:spPr>
          <a:xfrm rot="17907094">
            <a:off x="6550805" y="4697128"/>
            <a:ext cx="129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rPr>
              <a:t>Human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FB7ACD5F-604F-8FCC-8C4D-08F7EB4B5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3311" y="7480973"/>
            <a:ext cx="5490990" cy="439484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A9D139E-8230-41A9-2A44-C1DB3CA595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3625" y="7355682"/>
            <a:ext cx="6282649" cy="485570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4641D37C-4E58-F7C4-E727-C3E3CB88E4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0134" y="12359332"/>
            <a:ext cx="7140850" cy="455798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B0ED309-4806-1391-989D-6863D107D24C}"/>
              </a:ext>
            </a:extLst>
          </p:cNvPr>
          <p:cNvSpPr txBox="1"/>
          <p:nvPr/>
        </p:nvSpPr>
        <p:spPr>
          <a:xfrm>
            <a:off x="263625" y="6874627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714B37-C33E-8C60-36AF-D2970B1ED8D6}"/>
              </a:ext>
            </a:extLst>
          </p:cNvPr>
          <p:cNvSpPr txBox="1"/>
          <p:nvPr/>
        </p:nvSpPr>
        <p:spPr>
          <a:xfrm>
            <a:off x="6403963" y="6879876"/>
            <a:ext cx="5100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2C5FA6-A0A4-FC47-F440-6D4980EAF250}"/>
              </a:ext>
            </a:extLst>
          </p:cNvPr>
          <p:cNvSpPr txBox="1"/>
          <p:nvPr/>
        </p:nvSpPr>
        <p:spPr>
          <a:xfrm>
            <a:off x="934956" y="34506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BEB118-1938-62D2-7B70-6D7AC1CC468F}"/>
              </a:ext>
            </a:extLst>
          </p:cNvPr>
          <p:cNvSpPr txBox="1"/>
          <p:nvPr/>
        </p:nvSpPr>
        <p:spPr>
          <a:xfrm>
            <a:off x="208482" y="12013955"/>
            <a:ext cx="511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D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93DE96AF-209C-DCE4-E46F-B0CFD3C9AB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23413" y="12411089"/>
            <a:ext cx="5391150" cy="447675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EE8E7A2-641F-6043-3AE0-3FC3262B8CBF}"/>
              </a:ext>
            </a:extLst>
          </p:cNvPr>
          <p:cNvSpPr txBox="1"/>
          <p:nvPr/>
        </p:nvSpPr>
        <p:spPr>
          <a:xfrm>
            <a:off x="7300084" y="12013955"/>
            <a:ext cx="44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75842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15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DejaVu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Li</dc:creator>
  <cp:lastModifiedBy>Li, Le (NYSPI)</cp:lastModifiedBy>
  <cp:revision>8</cp:revision>
  <dcterms:created xsi:type="dcterms:W3CDTF">2025-01-08T16:26:31Z</dcterms:created>
  <dcterms:modified xsi:type="dcterms:W3CDTF">2026-01-14T01:26:51Z</dcterms:modified>
</cp:coreProperties>
</file>