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12801600" cy="20116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18" autoAdjust="0"/>
    <p:restoredTop sz="94660"/>
  </p:normalViewPr>
  <p:slideViewPr>
    <p:cSldViewPr snapToGrid="0">
      <p:cViewPr varScale="1">
        <p:scale>
          <a:sx n="31" d="100"/>
          <a:sy n="31" d="100"/>
        </p:scale>
        <p:origin x="2852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3292265"/>
            <a:ext cx="10881360" cy="7003627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10565978"/>
            <a:ext cx="9601200" cy="4856902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DA5CE-77F4-40B0-91A8-2181979C7B55}" type="datetimeFigureOut">
              <a:rPr lang="en-US" smtClean="0"/>
              <a:t>01/04/26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03AD0-8D65-4513-8912-5650FED791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58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DA5CE-77F4-40B0-91A8-2181979C7B55}" type="datetimeFigureOut">
              <a:rPr lang="en-US" smtClean="0"/>
              <a:t>01/04/26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03AD0-8D65-4513-8912-5650FED791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64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5015236"/>
            <a:ext cx="11041380" cy="8368029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13462429"/>
            <a:ext cx="11041380" cy="4400549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82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DA5CE-77F4-40B0-91A8-2181979C7B55}" type="datetimeFigureOut">
              <a:rPr lang="en-US" smtClean="0"/>
              <a:t>01/04/26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03AD0-8D65-4513-8912-5650FED791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031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5355167"/>
            <a:ext cx="5440680" cy="127639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5355167"/>
            <a:ext cx="5440680" cy="127639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DA5CE-77F4-40B0-91A8-2181979C7B55}" type="datetimeFigureOut">
              <a:rPr lang="en-US" smtClean="0"/>
              <a:t>01/04/26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03AD0-8D65-4513-8912-5650FED791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479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1071038"/>
            <a:ext cx="11041380" cy="388831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4931411"/>
            <a:ext cx="5415676" cy="2416809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7348220"/>
            <a:ext cx="5415676" cy="10808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4931411"/>
            <a:ext cx="5442347" cy="2416809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7348220"/>
            <a:ext cx="5442347" cy="10808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DA5CE-77F4-40B0-91A8-2181979C7B55}" type="datetimeFigureOut">
              <a:rPr lang="en-US" smtClean="0"/>
              <a:t>01/04/26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03AD0-8D65-4513-8912-5650FED791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3363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DA5CE-77F4-40B0-91A8-2181979C7B55}" type="datetimeFigureOut">
              <a:rPr lang="en-US" smtClean="0"/>
              <a:t>01/04/26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03AD0-8D65-4513-8912-5650FED791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017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DA5CE-77F4-40B0-91A8-2181979C7B55}" type="datetimeFigureOut">
              <a:rPr lang="en-US" smtClean="0"/>
              <a:t>01/04/26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03AD0-8D65-4513-8912-5650FED791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72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1341120"/>
            <a:ext cx="4128849" cy="469392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2896451"/>
            <a:ext cx="6480810" cy="14295967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6035040"/>
            <a:ext cx="4128849" cy="11180658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DA5CE-77F4-40B0-91A8-2181979C7B55}" type="datetimeFigureOut">
              <a:rPr lang="en-US" smtClean="0"/>
              <a:t>01/04/26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03AD0-8D65-4513-8912-5650FED791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570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1341120"/>
            <a:ext cx="4128849" cy="469392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2896451"/>
            <a:ext cx="6480810" cy="14295967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6035040"/>
            <a:ext cx="4128849" cy="11180658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DA5CE-77F4-40B0-91A8-2181979C7B55}" type="datetimeFigureOut">
              <a:rPr lang="en-US" smtClean="0"/>
              <a:t>01/04/26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03AD0-8D65-4513-8912-5650FED791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8191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DA5CE-77F4-40B0-91A8-2181979C7B55}" type="datetimeFigureOut">
              <a:rPr lang="en-US" smtClean="0"/>
              <a:t>01/04/26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03AD0-8D65-4513-8912-5650FED791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907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1071033"/>
            <a:ext cx="2760345" cy="1704805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1071033"/>
            <a:ext cx="8121015" cy="1704805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DA5CE-77F4-40B0-91A8-2181979C7B55}" type="datetimeFigureOut">
              <a:rPr lang="en-US" smtClean="0"/>
              <a:t>01/04/26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03AD0-8D65-4513-8912-5650FED791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6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1071038"/>
            <a:ext cx="11041380" cy="38883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5355167"/>
            <a:ext cx="11041380" cy="127639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18645298"/>
            <a:ext cx="2880360" cy="10710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BDA5CE-77F4-40B0-91A8-2181979C7B55}" type="datetimeFigureOut">
              <a:rPr lang="en-US" smtClean="0"/>
              <a:t>01/04/26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18645298"/>
            <a:ext cx="4320540" cy="10710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18645298"/>
            <a:ext cx="2880360" cy="10710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B03AD0-8D65-4513-8912-5650FED791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49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raphic 70">
            <a:extLst>
              <a:ext uri="{FF2B5EF4-FFF2-40B4-BE49-F238E27FC236}">
                <a16:creationId xmlns:a16="http://schemas.microsoft.com/office/drawing/2014/main" id="{DEB2A15F-96B8-B5FC-F3FD-D4947173D9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60" y="12058133"/>
            <a:ext cx="12776940" cy="8155493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3A9AC91E-EFE2-F13E-0753-278D23DFB8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8872" y="7491887"/>
            <a:ext cx="6281928" cy="4731452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1F67563E-914B-8AFA-EF9C-C5235C7D729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76450" y="518066"/>
            <a:ext cx="8648700" cy="4657725"/>
          </a:xfrm>
          <a:prstGeom prst="rect">
            <a:avLst/>
          </a:prstGeom>
        </p:spPr>
      </p:pic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6070A99-A954-0F94-6D11-922841AC2728}"/>
              </a:ext>
            </a:extLst>
          </p:cNvPr>
          <p:cNvCxnSpPr>
            <a:cxnSpLocks/>
          </p:cNvCxnSpPr>
          <p:nvPr/>
        </p:nvCxnSpPr>
        <p:spPr>
          <a:xfrm>
            <a:off x="4081405" y="6232389"/>
            <a:ext cx="1894114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8753C7C-EFDB-19E1-EF5B-F9C7A08FF0EB}"/>
              </a:ext>
            </a:extLst>
          </p:cNvPr>
          <p:cNvSpPr txBox="1"/>
          <p:nvPr/>
        </p:nvSpPr>
        <p:spPr>
          <a:xfrm>
            <a:off x="3687902" y="6192333"/>
            <a:ext cx="26811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u="sng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Viral-human</a:t>
            </a:r>
          </a:p>
          <a:p>
            <a:pPr algn="ctr"/>
            <a:r>
              <a:rPr lang="en-US" sz="3200" u="sng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interactions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9305C24-3A04-7F31-36EC-72E2C7F95808}"/>
              </a:ext>
            </a:extLst>
          </p:cNvPr>
          <p:cNvCxnSpPr>
            <a:cxnSpLocks/>
          </p:cNvCxnSpPr>
          <p:nvPr/>
        </p:nvCxnSpPr>
        <p:spPr>
          <a:xfrm>
            <a:off x="7021287" y="6232389"/>
            <a:ext cx="1894114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1B684F0-AD2A-6F93-4513-258CFA9C16C0}"/>
              </a:ext>
            </a:extLst>
          </p:cNvPr>
          <p:cNvSpPr txBox="1"/>
          <p:nvPr/>
        </p:nvSpPr>
        <p:spPr>
          <a:xfrm>
            <a:off x="6369022" y="6192333"/>
            <a:ext cx="346921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u="sng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Bacteria-human</a:t>
            </a:r>
          </a:p>
          <a:p>
            <a:pPr algn="ctr"/>
            <a:r>
              <a:rPr lang="en-US" sz="3200" u="sng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interactions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B8BEF60-9A82-E484-295A-343FC9BEFF6E}"/>
              </a:ext>
            </a:extLst>
          </p:cNvPr>
          <p:cNvSpPr txBox="1"/>
          <p:nvPr/>
        </p:nvSpPr>
        <p:spPr>
          <a:xfrm rot="17907094">
            <a:off x="5149171" y="5073974"/>
            <a:ext cx="1135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Paired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6C8CBDE-450F-86E7-4273-786F90C171CF}"/>
              </a:ext>
            </a:extLst>
          </p:cNvPr>
          <p:cNvSpPr txBox="1"/>
          <p:nvPr/>
        </p:nvSpPr>
        <p:spPr>
          <a:xfrm rot="17907094">
            <a:off x="4470564" y="5017748"/>
            <a:ext cx="955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Virus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7BEBEF-835B-4319-9455-5BA6E76CD9BE}"/>
              </a:ext>
            </a:extLst>
          </p:cNvPr>
          <p:cNvSpPr txBox="1"/>
          <p:nvPr/>
        </p:nvSpPr>
        <p:spPr>
          <a:xfrm rot="17907094">
            <a:off x="3600150" y="5127602"/>
            <a:ext cx="12955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Human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C10DF5F-C5B5-558E-FE84-2496F2A99B49}"/>
              </a:ext>
            </a:extLst>
          </p:cNvPr>
          <p:cNvSpPr txBox="1"/>
          <p:nvPr/>
        </p:nvSpPr>
        <p:spPr>
          <a:xfrm rot="17907094">
            <a:off x="7954352" y="5073974"/>
            <a:ext cx="1135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Paired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148990-2A87-DDEF-8FBE-B0FF3FC5C563}"/>
              </a:ext>
            </a:extLst>
          </p:cNvPr>
          <p:cNvSpPr txBox="1"/>
          <p:nvPr/>
        </p:nvSpPr>
        <p:spPr>
          <a:xfrm rot="17907094">
            <a:off x="6984815" y="5187267"/>
            <a:ext cx="14654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Bacteria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73AF95F-4C8E-9106-27A2-5D799E0156F3}"/>
              </a:ext>
            </a:extLst>
          </p:cNvPr>
          <p:cNvSpPr txBox="1"/>
          <p:nvPr/>
        </p:nvSpPr>
        <p:spPr>
          <a:xfrm rot="17907094">
            <a:off x="6405331" y="5127602"/>
            <a:ext cx="12955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DejaVu Sans" panose="020B0603030804020204" pitchFamily="34" charset="0"/>
                <a:ea typeface="DejaVu Sans" panose="020B0603030804020204" pitchFamily="34" charset="0"/>
                <a:cs typeface="DejaVu Sans" panose="020B0603030804020204" pitchFamily="34" charset="0"/>
              </a:rPr>
              <a:t>Human</a:t>
            </a:r>
          </a:p>
        </p:txBody>
      </p:sp>
      <p:pic>
        <p:nvPicPr>
          <p:cNvPr id="69" name="Graphic 68">
            <a:extLst>
              <a:ext uri="{FF2B5EF4-FFF2-40B4-BE49-F238E27FC236}">
                <a16:creationId xmlns:a16="http://schemas.microsoft.com/office/drawing/2014/main" id="{7FB91569-B4DB-F3AA-C167-C47A6EF464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07837" y="7491887"/>
            <a:ext cx="5490990" cy="4394841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9C64D918-1F43-AAE6-82FD-F2A54EF7DF94}"/>
              </a:ext>
            </a:extLst>
          </p:cNvPr>
          <p:cNvSpPr txBox="1"/>
          <p:nvPr/>
        </p:nvSpPr>
        <p:spPr>
          <a:xfrm>
            <a:off x="118151" y="7425872"/>
            <a:ext cx="4716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B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5CC8950-8F41-5E67-CC62-7D4CBD3985E3}"/>
              </a:ext>
            </a:extLst>
          </p:cNvPr>
          <p:cNvSpPr txBox="1"/>
          <p:nvPr/>
        </p:nvSpPr>
        <p:spPr>
          <a:xfrm>
            <a:off x="6258489" y="7431121"/>
            <a:ext cx="5100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C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5CCE724-FDC0-3EE0-98A7-F8D9546CDD7C}"/>
              </a:ext>
            </a:extLst>
          </p:cNvPr>
          <p:cNvSpPr txBox="1"/>
          <p:nvPr/>
        </p:nvSpPr>
        <p:spPr>
          <a:xfrm>
            <a:off x="1433718" y="-13002"/>
            <a:ext cx="4716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23ED74A-9F2A-A91E-E807-39935231F5A0}"/>
              </a:ext>
            </a:extLst>
          </p:cNvPr>
          <p:cNvSpPr txBox="1"/>
          <p:nvPr/>
        </p:nvSpPr>
        <p:spPr>
          <a:xfrm>
            <a:off x="55095" y="11693403"/>
            <a:ext cx="5116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758421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</TotalTime>
  <Words>14</Words>
  <Application>Microsoft Office PowerPoint</Application>
  <PresentationFormat>Custom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DejaVu Sans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 Li</dc:creator>
  <cp:lastModifiedBy>Li, Le (NYSPI)</cp:lastModifiedBy>
  <cp:revision>7</cp:revision>
  <dcterms:created xsi:type="dcterms:W3CDTF">2025-01-08T16:26:31Z</dcterms:created>
  <dcterms:modified xsi:type="dcterms:W3CDTF">2026-01-04T17:21:55Z</dcterms:modified>
</cp:coreProperties>
</file>