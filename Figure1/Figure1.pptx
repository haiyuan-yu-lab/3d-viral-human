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25603200" cy="2103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33" d="100"/>
          <a:sy n="33" d="100"/>
        </p:scale>
        <p:origin x="416" y="-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6AA8C-6609-466C-AF28-5EB5280C8849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50988" y="1143000"/>
            <a:ext cx="3756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4BA23-A357-47A2-ACB6-8A2E1D09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5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4BA23-A357-47A2-ACB6-8A2E1D09BF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7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240" y="3441913"/>
            <a:ext cx="21762720" cy="7321973"/>
          </a:xfrm>
        </p:spPr>
        <p:txBody>
          <a:bodyPr anchor="b"/>
          <a:lstStyle>
            <a:lvl1pPr algn="ctr"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11046250"/>
            <a:ext cx="19202400" cy="5077670"/>
          </a:xfrm>
        </p:spPr>
        <p:txBody>
          <a:bodyPr/>
          <a:lstStyle>
            <a:lvl1pPr marL="0" indent="0" algn="ctr">
              <a:buNone/>
              <a:defRPr sz="6720"/>
            </a:lvl1pPr>
            <a:lvl2pPr marL="1280160" indent="0" algn="ctr">
              <a:buNone/>
              <a:defRPr sz="5600"/>
            </a:lvl2pPr>
            <a:lvl3pPr marL="2560320" indent="0" algn="ctr">
              <a:buNone/>
              <a:defRPr sz="5040"/>
            </a:lvl3pPr>
            <a:lvl4pPr marL="3840480" indent="0" algn="ctr">
              <a:buNone/>
              <a:defRPr sz="4480"/>
            </a:lvl4pPr>
            <a:lvl5pPr marL="5120640" indent="0" algn="ctr">
              <a:buNone/>
              <a:defRPr sz="4480"/>
            </a:lvl5pPr>
            <a:lvl6pPr marL="6400800" indent="0" algn="ctr">
              <a:buNone/>
              <a:defRPr sz="4480"/>
            </a:lvl6pPr>
            <a:lvl7pPr marL="7680960" indent="0" algn="ctr">
              <a:buNone/>
              <a:defRPr sz="4480"/>
            </a:lvl7pPr>
            <a:lvl8pPr marL="8961120" indent="0" algn="ctr">
              <a:buNone/>
              <a:defRPr sz="4480"/>
            </a:lvl8pPr>
            <a:lvl9pPr marL="10241280" indent="0" algn="ctr">
              <a:buNone/>
              <a:defRPr sz="4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1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3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886" y="5243201"/>
            <a:ext cx="22082760" cy="8748393"/>
          </a:xfrm>
        </p:spPr>
        <p:txBody>
          <a:bodyPr anchor="b"/>
          <a:lstStyle>
            <a:lvl1pPr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6886" y="14074358"/>
            <a:ext cx="22082760" cy="4600573"/>
          </a:xfrm>
        </p:spPr>
        <p:txBody>
          <a:bodyPr/>
          <a:lstStyle>
            <a:lvl1pPr marL="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1pPr>
            <a:lvl2pPr marL="128016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2pPr>
            <a:lvl3pPr marL="256032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3pPr>
            <a:lvl4pPr marL="384048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4pPr>
            <a:lvl5pPr marL="512064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5pPr>
            <a:lvl6pPr marL="640080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6pPr>
            <a:lvl7pPr marL="768096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7pPr>
            <a:lvl8pPr marL="896112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8pPr>
            <a:lvl9pPr marL="1024128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7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0220" y="5598583"/>
            <a:ext cx="10881360" cy="13344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61620" y="5598583"/>
            <a:ext cx="10881360" cy="13344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3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555" y="1119721"/>
            <a:ext cx="22082760" cy="40650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3558" y="5155567"/>
            <a:ext cx="10831352" cy="2526663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3558" y="7682230"/>
            <a:ext cx="10831352" cy="112994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961621" y="5155567"/>
            <a:ext cx="10884695" cy="2526663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961621" y="7682230"/>
            <a:ext cx="10884695" cy="112994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21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3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9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555" y="1402080"/>
            <a:ext cx="8257698" cy="490728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4695" y="3028108"/>
            <a:ext cx="12961620" cy="14945783"/>
          </a:xfrm>
        </p:spPr>
        <p:txBody>
          <a:bodyPr/>
          <a:lstStyle>
            <a:lvl1pPr>
              <a:defRPr sz="8960"/>
            </a:lvl1pPr>
            <a:lvl2pPr>
              <a:defRPr sz="7840"/>
            </a:lvl2pPr>
            <a:lvl3pPr>
              <a:defRPr sz="6720"/>
            </a:lvl3pPr>
            <a:lvl4pPr>
              <a:defRPr sz="5600"/>
            </a:lvl4pPr>
            <a:lvl5pPr>
              <a:defRPr sz="5600"/>
            </a:lvl5pPr>
            <a:lvl6pPr>
              <a:defRPr sz="5600"/>
            </a:lvl6pPr>
            <a:lvl7pPr>
              <a:defRPr sz="5600"/>
            </a:lvl7pPr>
            <a:lvl8pPr>
              <a:defRPr sz="5600"/>
            </a:lvl8pPr>
            <a:lvl9pPr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555" y="6309360"/>
            <a:ext cx="8257698" cy="11688870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5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555" y="1402080"/>
            <a:ext cx="8257698" cy="490728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84695" y="3028108"/>
            <a:ext cx="12961620" cy="14945783"/>
          </a:xfrm>
        </p:spPr>
        <p:txBody>
          <a:bodyPr anchor="t"/>
          <a:lstStyle>
            <a:lvl1pPr marL="0" indent="0">
              <a:buNone/>
              <a:defRPr sz="8960"/>
            </a:lvl1pPr>
            <a:lvl2pPr marL="1280160" indent="0">
              <a:buNone/>
              <a:defRPr sz="7840"/>
            </a:lvl2pPr>
            <a:lvl3pPr marL="2560320" indent="0">
              <a:buNone/>
              <a:defRPr sz="6720"/>
            </a:lvl3pPr>
            <a:lvl4pPr marL="3840480" indent="0">
              <a:buNone/>
              <a:defRPr sz="5600"/>
            </a:lvl4pPr>
            <a:lvl5pPr marL="5120640" indent="0">
              <a:buNone/>
              <a:defRPr sz="5600"/>
            </a:lvl5pPr>
            <a:lvl6pPr marL="6400800" indent="0">
              <a:buNone/>
              <a:defRPr sz="5600"/>
            </a:lvl6pPr>
            <a:lvl7pPr marL="7680960" indent="0">
              <a:buNone/>
              <a:defRPr sz="5600"/>
            </a:lvl7pPr>
            <a:lvl8pPr marL="8961120" indent="0">
              <a:buNone/>
              <a:defRPr sz="5600"/>
            </a:lvl8pPr>
            <a:lvl9pPr marL="10241280" indent="0">
              <a:buNone/>
              <a:defRPr sz="5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555" y="6309360"/>
            <a:ext cx="8257698" cy="11688870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0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322291" y="1119717"/>
            <a:ext cx="5520690" cy="178229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0221" y="1119717"/>
            <a:ext cx="16242030" cy="178229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9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0220" y="1119721"/>
            <a:ext cx="22082760" cy="4065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0220" y="5598583"/>
            <a:ext cx="22082760" cy="13344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60220" y="19492811"/>
            <a:ext cx="5760720" cy="1119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72D20-D58A-4A74-A242-2FB25AB710D8}" type="datetimeFigureOut">
              <a:rPr lang="en-US" smtClean="0"/>
              <a:t>12/02/25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81060" y="19492811"/>
            <a:ext cx="8641080" cy="1119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82260" y="19492811"/>
            <a:ext cx="5760720" cy="1119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245A-C5AD-4447-AFC6-185DD31B1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5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560320" rtl="0" eaLnBrk="1" latinLnBrk="0" hangingPunct="1">
        <a:lnSpc>
          <a:spcPct val="90000"/>
        </a:lnSpc>
        <a:spcBef>
          <a:spcPct val="0"/>
        </a:spcBef>
        <a:buNone/>
        <a:defRPr sz="12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0080" indent="-640080" algn="l" defTabSz="256032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784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3pPr>
      <a:lvl4pPr marL="44805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704088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83210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8813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801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5603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12064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640080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76809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89611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2412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7D580E1-BD93-1363-443C-F4DBA84CD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1019" y="14367911"/>
            <a:ext cx="8008639" cy="603198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D3F76C-8B97-2A17-B81F-9E522FB448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319" y="7241109"/>
            <a:ext cx="6300216" cy="649045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E8E0F0D-9846-3180-4D86-341459A62B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517" y="7243078"/>
            <a:ext cx="6300216" cy="649045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295855C-DB98-1117-927A-5081BD56F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8005" y="367621"/>
            <a:ext cx="6492240" cy="638257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391604B-D43C-2416-8A15-C8C4DC76A8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108" y="361167"/>
            <a:ext cx="8689319" cy="638888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BF0B7C8-C79E-15E1-27EB-0E1B78D3DD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185425" y="418001"/>
            <a:ext cx="6611521" cy="6410495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3FC692D-EC7C-9007-CFD0-F3C76EEC8C5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112" y="14443700"/>
            <a:ext cx="8648700" cy="4648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5738F3-C695-5FF3-C783-9A10C26B6F47}"/>
              </a:ext>
            </a:extLst>
          </p:cNvPr>
          <p:cNvCxnSpPr>
            <a:cxnSpLocks/>
          </p:cNvCxnSpPr>
          <p:nvPr/>
        </p:nvCxnSpPr>
        <p:spPr>
          <a:xfrm>
            <a:off x="2145938" y="19924660"/>
            <a:ext cx="189411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EB4A0E-D2C7-326A-7109-6E3CAA211933}"/>
              </a:ext>
            </a:extLst>
          </p:cNvPr>
          <p:cNvSpPr txBox="1"/>
          <p:nvPr/>
        </p:nvSpPr>
        <p:spPr>
          <a:xfrm>
            <a:off x="1691297" y="19827454"/>
            <a:ext cx="28033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Inter-species</a:t>
            </a:r>
          </a:p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interactions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667645-D281-1981-D89B-5655925509C4}"/>
              </a:ext>
            </a:extLst>
          </p:cNvPr>
          <p:cNvCxnSpPr>
            <a:cxnSpLocks/>
          </p:cNvCxnSpPr>
          <p:nvPr/>
        </p:nvCxnSpPr>
        <p:spPr>
          <a:xfrm>
            <a:off x="4976224" y="19924660"/>
            <a:ext cx="189411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89EF4A2-94FF-2D4A-0A11-BA96C3E47D80}"/>
              </a:ext>
            </a:extLst>
          </p:cNvPr>
          <p:cNvSpPr txBox="1"/>
          <p:nvPr/>
        </p:nvSpPr>
        <p:spPr>
          <a:xfrm>
            <a:off x="4509272" y="19827454"/>
            <a:ext cx="28280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Intra-species</a:t>
            </a:r>
          </a:p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interactions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D72776-7D4F-510A-AD0B-2A50D61624E3}"/>
              </a:ext>
            </a:extLst>
          </p:cNvPr>
          <p:cNvSpPr txBox="1"/>
          <p:nvPr/>
        </p:nvSpPr>
        <p:spPr>
          <a:xfrm rot="19707094">
            <a:off x="3141298" y="18880757"/>
            <a:ext cx="1135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Paired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BD1D38-FC85-B7AF-EBA3-369A43393F66}"/>
              </a:ext>
            </a:extLst>
          </p:cNvPr>
          <p:cNvSpPr txBox="1"/>
          <p:nvPr/>
        </p:nvSpPr>
        <p:spPr>
          <a:xfrm rot="19707094">
            <a:off x="1752086" y="18968944"/>
            <a:ext cx="1629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Pathogen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F15CD6-1484-D666-5613-08D8BF426B9D}"/>
              </a:ext>
            </a:extLst>
          </p:cNvPr>
          <p:cNvSpPr txBox="1"/>
          <p:nvPr/>
        </p:nvSpPr>
        <p:spPr>
          <a:xfrm rot="19707094">
            <a:off x="1291562" y="18883373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Human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B89A59-ACCD-3264-5E25-63701D4CB611}"/>
              </a:ext>
            </a:extLst>
          </p:cNvPr>
          <p:cNvSpPr txBox="1"/>
          <p:nvPr/>
        </p:nvSpPr>
        <p:spPr>
          <a:xfrm rot="19255862">
            <a:off x="5876806" y="18915175"/>
            <a:ext cx="1135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Paired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35F714-07A9-1629-AC65-010F62897F94}"/>
              </a:ext>
            </a:extLst>
          </p:cNvPr>
          <p:cNvSpPr txBox="1"/>
          <p:nvPr/>
        </p:nvSpPr>
        <p:spPr>
          <a:xfrm rot="19535679">
            <a:off x="4605872" y="18907347"/>
            <a:ext cx="1422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Single</a:t>
            </a:r>
          </a:p>
          <a:p>
            <a:pPr algn="ctr"/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Proteins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257A9CC-EE3E-2724-BB07-D07A9EF484D3}"/>
              </a:ext>
            </a:extLst>
          </p:cNvPr>
          <p:cNvCxnSpPr>
            <a:cxnSpLocks/>
          </p:cNvCxnSpPr>
          <p:nvPr/>
        </p:nvCxnSpPr>
        <p:spPr>
          <a:xfrm>
            <a:off x="5100934" y="18825202"/>
            <a:ext cx="9144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7" name="Graphic 56">
            <a:extLst>
              <a:ext uri="{FF2B5EF4-FFF2-40B4-BE49-F238E27FC236}">
                <a16:creationId xmlns:a16="http://schemas.microsoft.com/office/drawing/2014/main" id="{06DE38D6-88C6-E6C3-0631-1747D149AC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435554" y="14157950"/>
            <a:ext cx="7626902" cy="6104367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55F912FE-9F74-A375-AC80-3CDAD262B62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91887" y="7196105"/>
            <a:ext cx="10786762" cy="641049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98F95C3-32F0-B0F4-F173-2288ED47F7C0}"/>
              </a:ext>
            </a:extLst>
          </p:cNvPr>
          <p:cNvSpPr txBox="1"/>
          <p:nvPr/>
        </p:nvSpPr>
        <p:spPr>
          <a:xfrm>
            <a:off x="0" y="585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67CDAB-87C5-AE4D-B298-A9BCBB2626EE}"/>
              </a:ext>
            </a:extLst>
          </p:cNvPr>
          <p:cNvSpPr txBox="1"/>
          <p:nvPr/>
        </p:nvSpPr>
        <p:spPr>
          <a:xfrm>
            <a:off x="9588209" y="585"/>
            <a:ext cx="470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E682B5-CE47-DE68-54C8-EBC3F038BF71}"/>
              </a:ext>
            </a:extLst>
          </p:cNvPr>
          <p:cNvSpPr txBox="1"/>
          <p:nvPr/>
        </p:nvSpPr>
        <p:spPr>
          <a:xfrm>
            <a:off x="17675349" y="3080"/>
            <a:ext cx="510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3C815B-E9D4-46F1-48A8-CF12E4265636}"/>
              </a:ext>
            </a:extLst>
          </p:cNvPr>
          <p:cNvSpPr txBox="1"/>
          <p:nvPr/>
        </p:nvSpPr>
        <p:spPr>
          <a:xfrm>
            <a:off x="224581" y="13721580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E441E0-443A-46BA-B8AA-AAEC3E02446A}"/>
              </a:ext>
            </a:extLst>
          </p:cNvPr>
          <p:cNvSpPr txBox="1"/>
          <p:nvPr/>
        </p:nvSpPr>
        <p:spPr>
          <a:xfrm>
            <a:off x="9790348" y="13721580"/>
            <a:ext cx="516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26FAB4-BA0E-E6A2-ACB7-D59E7CFE4DF8}"/>
              </a:ext>
            </a:extLst>
          </p:cNvPr>
          <p:cNvSpPr txBox="1"/>
          <p:nvPr/>
        </p:nvSpPr>
        <p:spPr>
          <a:xfrm>
            <a:off x="17897989" y="13721580"/>
            <a:ext cx="52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C0D56F-F95E-1DFA-8715-54E36FA472B1}"/>
              </a:ext>
            </a:extLst>
          </p:cNvPr>
          <p:cNvSpPr txBox="1"/>
          <p:nvPr/>
        </p:nvSpPr>
        <p:spPr>
          <a:xfrm>
            <a:off x="-941" y="7079268"/>
            <a:ext cx="516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68DA20-9318-F4FE-B1F0-6573ED12E074}"/>
              </a:ext>
            </a:extLst>
          </p:cNvPr>
          <p:cNvSpPr txBox="1"/>
          <p:nvPr/>
        </p:nvSpPr>
        <p:spPr>
          <a:xfrm>
            <a:off x="14291887" y="7079268"/>
            <a:ext cx="44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99143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6058</TotalTime>
  <Words>19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DejaVu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Li</dc:creator>
  <cp:lastModifiedBy>Le Li</cp:lastModifiedBy>
  <cp:revision>10</cp:revision>
  <dcterms:created xsi:type="dcterms:W3CDTF">2024-09-22T13:54:49Z</dcterms:created>
  <dcterms:modified xsi:type="dcterms:W3CDTF">2025-12-02T15:17:47Z</dcterms:modified>
</cp:coreProperties>
</file>