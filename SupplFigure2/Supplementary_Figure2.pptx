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73152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214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122363"/>
            <a:ext cx="6217920" cy="2387600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02038"/>
            <a:ext cx="5486400" cy="1655762"/>
          </a:xfrm>
        </p:spPr>
        <p:txBody>
          <a:bodyPr/>
          <a:lstStyle>
            <a:lvl1pPr marL="0" indent="0" algn="ctr">
              <a:buNone/>
              <a:defRPr sz="1920"/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1360-BF5A-434C-94B0-AF2961DCE4C8}" type="datetimeFigureOut">
              <a:rPr lang="en-US" smtClean="0"/>
              <a:t>02/17/26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5B6E0-C0B7-4044-9B41-31615D1AA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228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1360-BF5A-434C-94B0-AF2961DCE4C8}" type="datetimeFigureOut">
              <a:rPr lang="en-US" smtClean="0"/>
              <a:t>02/17/26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5B6E0-C0B7-4044-9B41-31615D1AA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372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110" y="1709740"/>
            <a:ext cx="6309360" cy="285273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9110" y="4589465"/>
            <a:ext cx="6309360" cy="1500187"/>
          </a:xfrm>
        </p:spPr>
        <p:txBody>
          <a:bodyPr/>
          <a:lstStyle>
            <a:lvl1pPr marL="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1pPr>
            <a:lvl2pPr marL="36576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73152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3pPr>
            <a:lvl4pPr marL="10972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4pPr>
            <a:lvl5pPr marL="146304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5pPr>
            <a:lvl6pPr marL="182880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6pPr>
            <a:lvl7pPr marL="219456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7pPr>
            <a:lvl8pPr marL="256032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8pPr>
            <a:lvl9pPr marL="29260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1360-BF5A-434C-94B0-AF2961DCE4C8}" type="datetimeFigureOut">
              <a:rPr lang="en-US" smtClean="0"/>
              <a:t>02/17/26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5B6E0-C0B7-4044-9B41-31615D1AA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30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1825625"/>
            <a:ext cx="3108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03320" y="1825625"/>
            <a:ext cx="3108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1360-BF5A-434C-94B0-AF2961DCE4C8}" type="datetimeFigureOut">
              <a:rPr lang="en-US" smtClean="0"/>
              <a:t>02/17/26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5B6E0-C0B7-4044-9B41-31615D1AA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567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365127"/>
            <a:ext cx="630936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874" y="1681163"/>
            <a:ext cx="3094672" cy="823912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874" y="2505075"/>
            <a:ext cx="309467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03320" y="1681163"/>
            <a:ext cx="3109913" cy="823912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03320" y="2505075"/>
            <a:ext cx="3109913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1360-BF5A-434C-94B0-AF2961DCE4C8}" type="datetimeFigureOut">
              <a:rPr lang="en-US" smtClean="0"/>
              <a:t>02/17/26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5B6E0-C0B7-4044-9B41-31615D1AA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684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1360-BF5A-434C-94B0-AF2961DCE4C8}" type="datetimeFigureOut">
              <a:rPr lang="en-US" smtClean="0"/>
              <a:t>02/17/26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5B6E0-C0B7-4044-9B41-31615D1AA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494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1360-BF5A-434C-94B0-AF2961DCE4C8}" type="datetimeFigureOut">
              <a:rPr lang="en-US" smtClean="0"/>
              <a:t>02/17/26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5B6E0-C0B7-4044-9B41-31615D1AA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808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457200"/>
            <a:ext cx="2359342" cy="160020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9913" y="987427"/>
            <a:ext cx="3703320" cy="4873625"/>
          </a:xfrm>
        </p:spPr>
        <p:txBody>
          <a:bodyPr/>
          <a:lstStyle>
            <a:lvl1pPr>
              <a:defRPr sz="2560"/>
            </a:lvl1pPr>
            <a:lvl2pPr>
              <a:defRPr sz="2240"/>
            </a:lvl2pPr>
            <a:lvl3pPr>
              <a:defRPr sz="192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2057400"/>
            <a:ext cx="2359342" cy="3811588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1360-BF5A-434C-94B0-AF2961DCE4C8}" type="datetimeFigureOut">
              <a:rPr lang="en-US" smtClean="0"/>
              <a:t>02/17/26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5B6E0-C0B7-4044-9B41-31615D1AA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875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457200"/>
            <a:ext cx="2359342" cy="160020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9913" y="987427"/>
            <a:ext cx="3703320" cy="4873625"/>
          </a:xfrm>
        </p:spPr>
        <p:txBody>
          <a:bodyPr anchor="t"/>
          <a:lstStyle>
            <a:lvl1pPr marL="0" indent="0">
              <a:buNone/>
              <a:defRPr sz="2560"/>
            </a:lvl1pPr>
            <a:lvl2pPr marL="365760" indent="0">
              <a:buNone/>
              <a:defRPr sz="2240"/>
            </a:lvl2pPr>
            <a:lvl3pPr marL="731520" indent="0">
              <a:buNone/>
              <a:defRPr sz="1920"/>
            </a:lvl3pPr>
            <a:lvl4pPr marL="1097280" indent="0">
              <a:buNone/>
              <a:defRPr sz="1600"/>
            </a:lvl4pPr>
            <a:lvl5pPr marL="1463040" indent="0">
              <a:buNone/>
              <a:defRPr sz="1600"/>
            </a:lvl5pPr>
            <a:lvl6pPr marL="1828800" indent="0">
              <a:buNone/>
              <a:defRPr sz="1600"/>
            </a:lvl6pPr>
            <a:lvl7pPr marL="2194560" indent="0">
              <a:buNone/>
              <a:defRPr sz="1600"/>
            </a:lvl7pPr>
            <a:lvl8pPr marL="2560320" indent="0">
              <a:buNone/>
              <a:defRPr sz="1600"/>
            </a:lvl8pPr>
            <a:lvl9pPr marL="292608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2057400"/>
            <a:ext cx="2359342" cy="3811588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1360-BF5A-434C-94B0-AF2961DCE4C8}" type="datetimeFigureOut">
              <a:rPr lang="en-US" smtClean="0"/>
              <a:t>02/17/26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5B6E0-C0B7-4044-9B41-31615D1AA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607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1360-BF5A-434C-94B0-AF2961DCE4C8}" type="datetimeFigureOut">
              <a:rPr lang="en-US" smtClean="0"/>
              <a:t>02/17/26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5B6E0-C0B7-4044-9B41-31615D1AA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31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34940" y="365125"/>
            <a:ext cx="157734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365125"/>
            <a:ext cx="464058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1360-BF5A-434C-94B0-AF2961DCE4C8}" type="datetimeFigureOut">
              <a:rPr lang="en-US" smtClean="0"/>
              <a:t>02/17/26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5B6E0-C0B7-4044-9B41-31615D1AA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287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0" y="365127"/>
            <a:ext cx="630936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1825625"/>
            <a:ext cx="630936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2920" y="6356352"/>
            <a:ext cx="1645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EF1360-BF5A-434C-94B0-AF2961DCE4C8}" type="datetimeFigureOut">
              <a:rPr lang="en-US" smtClean="0"/>
              <a:t>02/17/26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23160" y="6356352"/>
            <a:ext cx="24688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66360" y="6356352"/>
            <a:ext cx="1645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E5B6E0-C0B7-4044-9B41-31615D1AA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914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31520" rtl="0" eaLnBrk="1" latinLnBrk="0" hangingPunct="1">
        <a:lnSpc>
          <a:spcPct val="90000"/>
        </a:lnSpc>
        <a:spcBef>
          <a:spcPct val="0"/>
        </a:spcBef>
        <a:buNone/>
        <a:defRPr sz="35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73152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3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EFC931F3-32AB-4561-DD5B-EFB91CE533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8346"/>
            <a:ext cx="7315200" cy="660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153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 Li</dc:creator>
  <cp:lastModifiedBy>Li, Le (NYSPI)</cp:lastModifiedBy>
  <cp:revision>2</cp:revision>
  <dcterms:created xsi:type="dcterms:W3CDTF">2025-03-25T02:47:05Z</dcterms:created>
  <dcterms:modified xsi:type="dcterms:W3CDTF">2026-02-17T20:04:52Z</dcterms:modified>
</cp:coreProperties>
</file>